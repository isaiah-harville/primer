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Retrieval Augmented Generation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Grounding answers in cited sources reduces unsupported claims.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at rank ten was the decisive metric for this corpus.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